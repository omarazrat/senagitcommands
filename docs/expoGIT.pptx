
<file path=[Content_Types].xml><?xml version="1.0" encoding="utf-8"?>
<Types xmlns="http://schemas.openxmlformats.org/package/2006/content-types">
  <Default Extension="jpeg" ContentType="image/jpeg"/>
  <Default Extension="png" ContentType="image/png"/>
  <Default Extension="QFwMPqpTx2th1Zfxrk2PwwHaHa" ContentType="image/jpe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8" r:id="rId4"/>
    <p:sldId id="266" r:id="rId5"/>
    <p:sldId id="267" r:id="rId6"/>
    <p:sldId id="257" r:id="rId7"/>
    <p:sldId id="261" r:id="rId8"/>
    <p:sldId id="258" r:id="rId9"/>
    <p:sldId id="262" r:id="rId10"/>
    <p:sldId id="259" r:id="rId11"/>
    <p:sldId id="260" r:id="rId12"/>
    <p:sldId id="263" r:id="rId13"/>
    <p:sldId id="264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5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954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339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184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178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7772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2347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549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897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5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154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1F1AB65-ED12-48A5-B6DA-9AD91D1BD1F0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6DE4F9D-57CD-4FDA-BF2D-60B37CCD6C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375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QFwMPqpTx2th1Zfxrk2PwwHaHa"/><Relationship Id="rId2" Type="http://schemas.openxmlformats.org/officeDocument/2006/relationships/hyperlink" Target="https://github.com/omarazrat/SENAGitCommands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QFwMPqpTx2th1Zfxrk2PwwHaHa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QFwMPqpTx2th1Zfxrk2PwwHaHa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QFwMPqpTx2th1Zfxrk2PwwHaHa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QFwMPqpTx2th1Zfxrk2PwwHaHa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QFwMPqpTx2th1Zfxrk2PwwHaHa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QFwMPqpTx2th1Zfxrk2PwwHaHa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QFwMPqpTx2th1Zfxrk2PwwHaHa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QFwMPqpTx2th1Zfxrk2PwwHaHa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QFwMPqpTx2th1Zfxrk2PwwHaHa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QFwMPqpTx2th1Zfxrk2PwwHaHa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QFwMPqpTx2th1Zfxrk2PwwHaHa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QFwMPqpTx2th1Zfxrk2PwwHaHa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QFwMPqpTx2th1Zfxrk2PwwHaHa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5456C6-BF88-6D78-F0A0-CE9B718EF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1360493"/>
            <a:ext cx="4972511" cy="3106732"/>
          </a:xfrm>
        </p:spPr>
        <p:txBody>
          <a:bodyPr anchor="b">
            <a:normAutofit/>
          </a:bodyPr>
          <a:lstStyle/>
          <a:p>
            <a:r>
              <a:rPr lang="es-CO" sz="7200">
                <a:solidFill>
                  <a:schemeClr val="tx1"/>
                </a:solidFill>
              </a:rPr>
              <a:t>Todo lo que siempre quiso saber de Git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592808-5C1F-F68F-26D5-F19F8901D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6100" y="4687316"/>
            <a:ext cx="4972512" cy="1517088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*y nunca se atrevió a preguntar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DB9775-6DB8-653D-BA04-3884B8EA8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50" y="1526651"/>
            <a:ext cx="3804698" cy="38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41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256FB-3F5C-F4DD-C1EF-3A353222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7D363B-5CBE-3AAD-CEBD-71464EAB3844}"/>
              </a:ext>
            </a:extLst>
          </p:cNvPr>
          <p:cNvSpPr txBox="1"/>
          <p:nvPr/>
        </p:nvSpPr>
        <p:spPr>
          <a:xfrm>
            <a:off x="1300480" y="2367280"/>
            <a:ext cx="802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Con su herramienta favorita descargue el repositorio de </a:t>
            </a:r>
            <a:r>
              <a:rPr lang="es-CO" dirty="0" err="1"/>
              <a:t>github</a:t>
            </a:r>
            <a:br>
              <a:rPr lang="es-CO" dirty="0"/>
            </a:br>
            <a:r>
              <a:rPr lang="es-CO" dirty="0">
                <a:hlinkClick r:id="rId2"/>
              </a:rPr>
              <a:t>https://github.com/omarazrat/SENAGitCommands.git</a:t>
            </a:r>
            <a:br>
              <a:rPr lang="es-CO" dirty="0"/>
            </a:br>
            <a:r>
              <a:rPr lang="es-CO" dirty="0"/>
              <a:t>opciones:</a:t>
            </a:r>
            <a:br>
              <a:rPr lang="es-CO" dirty="0"/>
            </a:br>
            <a:r>
              <a:rPr lang="es-CO" dirty="0" err="1"/>
              <a:t>gh</a:t>
            </a:r>
            <a:r>
              <a:rPr lang="es-CO" dirty="0"/>
              <a:t> repo clone </a:t>
            </a:r>
            <a:r>
              <a:rPr lang="es-CO" dirty="0" err="1"/>
              <a:t>omarazrat</a:t>
            </a:r>
            <a:r>
              <a:rPr lang="es-CO" dirty="0"/>
              <a:t>/</a:t>
            </a:r>
            <a:r>
              <a:rPr lang="es-CO" dirty="0" err="1"/>
              <a:t>SENAGitCommands</a:t>
            </a:r>
            <a:endParaRPr lang="es-CO" dirty="0"/>
          </a:p>
        </p:txBody>
      </p:sp>
      <p:pic>
        <p:nvPicPr>
          <p:cNvPr id="12" name="Imagen 11" descr="My Sena: Logotipo del sena">
            <a:extLst>
              <a:ext uri="{FF2B5EF4-FFF2-40B4-BE49-F238E27FC236}">
                <a16:creationId xmlns:a16="http://schemas.microsoft.com/office/drawing/2014/main" id="{351A4402-8A9A-8CAC-6DF6-1C59B6F9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C4C715D-8BC3-A451-1811-908DA22E97FC}"/>
              </a:ext>
            </a:extLst>
          </p:cNvPr>
          <p:cNvSpPr txBox="1"/>
          <p:nvPr/>
        </p:nvSpPr>
        <p:spPr>
          <a:xfrm>
            <a:off x="1300480" y="6188702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192813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256FB-3F5C-F4DD-C1EF-3A353222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Cambiando de Rama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4EEB96-7945-634A-0BC2-231DE5C9F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692275"/>
            <a:ext cx="9486900" cy="480060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906667C-BF7D-DE24-35B3-3AA1004F48D2}"/>
              </a:ext>
            </a:extLst>
          </p:cNvPr>
          <p:cNvSpPr/>
          <p:nvPr/>
        </p:nvSpPr>
        <p:spPr>
          <a:xfrm>
            <a:off x="1569027" y="6068291"/>
            <a:ext cx="810491" cy="5715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8E60F7E-5289-B97E-4271-A0D0E7CFCEFE}"/>
              </a:ext>
            </a:extLst>
          </p:cNvPr>
          <p:cNvCxnSpPr>
            <a:stCxn id="6" idx="0"/>
          </p:cNvCxnSpPr>
          <p:nvPr/>
        </p:nvCxnSpPr>
        <p:spPr>
          <a:xfrm flipV="1">
            <a:off x="1974273" y="4094480"/>
            <a:ext cx="921327" cy="1973811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My Sena: Logotipo del sena">
            <a:extLst>
              <a:ext uri="{FF2B5EF4-FFF2-40B4-BE49-F238E27FC236}">
                <a16:creationId xmlns:a16="http://schemas.microsoft.com/office/drawing/2014/main" id="{6BFFDF0A-42E8-EB39-E8A9-3D50CFB5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1016234-A7FB-ACFB-B4AF-6208ADDFEBFC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377812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256FB-3F5C-F4DD-C1EF-3A353222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Cambiando de Rama &gt; Ejercicio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99FE9A-BFE6-E31B-CA3A-CE877E0DDB21}"/>
              </a:ext>
            </a:extLst>
          </p:cNvPr>
          <p:cNvSpPr txBox="1"/>
          <p:nvPr/>
        </p:nvSpPr>
        <p:spPr>
          <a:xfrm>
            <a:off x="838200" y="2123440"/>
            <a:ext cx="1010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Cambie a una rama en su carpeta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8FFCA9B-A019-64D6-785C-37A93AEEA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339442"/>
              </p:ext>
            </p:extLst>
          </p:nvPr>
        </p:nvGraphicFramePr>
        <p:xfrm>
          <a:off x="1371600" y="2800775"/>
          <a:ext cx="89916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936264787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88064603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3939729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89657038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35322654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182510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14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Aleksandr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Artem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Galina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Maxim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Svetlana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Zakhar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0788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Alexandra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Danila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Grigory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Mikhail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Timofey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Zinaida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99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Anastasia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Dasha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Iván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Nikita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Vadin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38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Andrei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Dimitry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Kirill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Pavel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Valentina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1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Elena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Makar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Raisa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2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Viktoria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47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Anton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Fedor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Maria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Roman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Vitali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067945"/>
                  </a:ext>
                </a:extLst>
              </a:tr>
            </a:tbl>
          </a:graphicData>
        </a:graphic>
      </p:graphicFrame>
      <p:pic>
        <p:nvPicPr>
          <p:cNvPr id="9" name="Imagen 8" descr="My Sena: Logotipo del sena">
            <a:extLst>
              <a:ext uri="{FF2B5EF4-FFF2-40B4-BE49-F238E27FC236}">
                <a16:creationId xmlns:a16="http://schemas.microsoft.com/office/drawing/2014/main" id="{C04A6BF0-2D75-F95F-DD8C-104941277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FE6CF1B-EA27-5C49-8C4B-99413B15F521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3994738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256FB-3F5C-F4DD-C1EF-3A353222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Cambiando de Rama &gt; Ejercicio 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99FE9A-BFE6-E31B-CA3A-CE877E0DDB21}"/>
              </a:ext>
            </a:extLst>
          </p:cNvPr>
          <p:cNvSpPr txBox="1"/>
          <p:nvPr/>
        </p:nvSpPr>
        <p:spPr>
          <a:xfrm>
            <a:off x="838200" y="2123440"/>
            <a:ext cx="1010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Descargue cambios desde la rama </a:t>
            </a:r>
            <a:r>
              <a:rPr lang="es-CO" dirty="0" err="1"/>
              <a:t>main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729210-4F68-A76C-5384-DCBD6C1FC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00" r="29599" b="71711"/>
          <a:stretch>
            <a:fillRect/>
          </a:stretch>
        </p:blipFill>
        <p:spPr>
          <a:xfrm>
            <a:off x="6952276" y="3552747"/>
            <a:ext cx="4986670" cy="18322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B6C6B9-704F-DCB5-51BE-51EDD3835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18" r="29273" b="76838"/>
          <a:stretch>
            <a:fillRect/>
          </a:stretch>
        </p:blipFill>
        <p:spPr>
          <a:xfrm>
            <a:off x="391101" y="3718796"/>
            <a:ext cx="5146158" cy="150018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331CFF5-1958-7DBF-6D66-87BA064A8140}"/>
              </a:ext>
            </a:extLst>
          </p:cNvPr>
          <p:cNvSpPr txBox="1"/>
          <p:nvPr/>
        </p:nvSpPr>
        <p:spPr>
          <a:xfrm>
            <a:off x="485199" y="3059668"/>
            <a:ext cx="323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SHIFT+CTRL+P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8658BFB2-78F6-019A-F9AE-5BE6C1A74154}"/>
              </a:ext>
            </a:extLst>
          </p:cNvPr>
          <p:cNvSpPr/>
          <p:nvPr/>
        </p:nvSpPr>
        <p:spPr>
          <a:xfrm>
            <a:off x="5890260" y="4307840"/>
            <a:ext cx="591820" cy="497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Imagen 12" descr="My Sena: Logotipo del sena">
            <a:extLst>
              <a:ext uri="{FF2B5EF4-FFF2-40B4-BE49-F238E27FC236}">
                <a16:creationId xmlns:a16="http://schemas.microsoft.com/office/drawing/2014/main" id="{3B45B517-7A1A-4AA1-66E5-19E1518A3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3D1F6A6-BACE-5B7A-4D7D-528C0B848F35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219429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35C69-AAB5-6439-D2AD-7217E6A8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Nombres de </a:t>
            </a:r>
            <a:r>
              <a:rPr lang="es-CO" dirty="0" err="1"/>
              <a:t>Commits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92AD0F-BB68-6DB3-C58F-33029FB8BE43}"/>
              </a:ext>
            </a:extLst>
          </p:cNvPr>
          <p:cNvSpPr txBox="1"/>
          <p:nvPr/>
        </p:nvSpPr>
        <p:spPr>
          <a:xfrm>
            <a:off x="924560" y="2248257"/>
            <a:ext cx="6324600" cy="33239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rgbClr val="002060"/>
                </a:solidFill>
              </a:rPr>
              <a:t>DELETE índice innecesario en serialb1e7c53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DELETE bloque de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INSERT manual4a9f0e8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DELETE campos redundantes en usuario_rolf0a2d96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UPDATE seriales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RM a prefijo único9e0a6c8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ADD </a:t>
            </a:r>
            <a:r>
              <a:rPr lang="es-CO" sz="1400" dirty="0" err="1">
                <a:solidFill>
                  <a:srgbClr val="002060"/>
                </a:solidFill>
              </a:rPr>
              <a:t>InsertPaquetes.sql</a:t>
            </a:r>
            <a:r>
              <a:rPr lang="es-CO" sz="1400" dirty="0">
                <a:solidFill>
                  <a:srgbClr val="002060"/>
                </a:solidFill>
              </a:rPr>
              <a:t> con cajas gaylorb3d7f1e </a:t>
            </a:r>
            <a:br>
              <a:rPr lang="es-CO" sz="1400" dirty="0">
                <a:solidFill>
                  <a:srgbClr val="002060"/>
                </a:solidFill>
              </a:rPr>
            </a:br>
            <a:r>
              <a:rPr lang="es-CO" sz="1400" dirty="0">
                <a:solidFill>
                  <a:srgbClr val="002060"/>
                </a:solidFill>
              </a:rPr>
              <a:t>INSERT 800 clientes del mundoa5c9e2d </a:t>
            </a:r>
          </a:p>
          <a:p>
            <a:r>
              <a:rPr lang="es-CO" sz="1400" dirty="0">
                <a:solidFill>
                  <a:srgbClr val="002060"/>
                </a:solidFill>
              </a:rPr>
              <a:t>UPDATE precio con IVA incluido6e5b1c8 </a:t>
            </a:r>
          </a:p>
          <a:p>
            <a:r>
              <a:rPr lang="es-CO" sz="1400" dirty="0">
                <a:solidFill>
                  <a:srgbClr val="002060"/>
                </a:solidFill>
              </a:rPr>
              <a:t>ADD script CreateDB.sqld9f2e4b </a:t>
            </a:r>
          </a:p>
          <a:p>
            <a:r>
              <a:rPr lang="es-CO" sz="1400" dirty="0">
                <a:solidFill>
                  <a:srgbClr val="002060"/>
                </a:solidFill>
              </a:rPr>
              <a:t>INSERT roles de la aplicación7a3c8d1</a:t>
            </a:r>
          </a:p>
          <a:p>
            <a:r>
              <a:rPr lang="es-CO" sz="1400" dirty="0">
                <a:solidFill>
                  <a:srgbClr val="002060"/>
                </a:solidFill>
              </a:rPr>
              <a:t>CREATE tabla item_venta5d1e7c9 </a:t>
            </a:r>
          </a:p>
          <a:p>
            <a:r>
              <a:rPr lang="es-CO" sz="1400" dirty="0">
                <a:solidFill>
                  <a:srgbClr val="002060"/>
                </a:solidFill>
              </a:rPr>
              <a:t>CREATE tabla productob6a8d4e </a:t>
            </a:r>
          </a:p>
          <a:p>
            <a:r>
              <a:rPr lang="es-CO" sz="1400" dirty="0">
                <a:solidFill>
                  <a:srgbClr val="002060"/>
                </a:solidFill>
              </a:rPr>
              <a:t>CREATE tabla usuario_rol3f7c2b0 </a:t>
            </a:r>
          </a:p>
          <a:p>
            <a:r>
              <a:rPr lang="es-CO" sz="1400" dirty="0">
                <a:solidFill>
                  <a:srgbClr val="002060"/>
                </a:solidFill>
              </a:rPr>
              <a:t>CREATE tabla paquete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45DA16-BDBB-3BEC-CEA5-D564C459CC40}"/>
              </a:ext>
            </a:extLst>
          </p:cNvPr>
          <p:cNvSpPr txBox="1"/>
          <p:nvPr/>
        </p:nvSpPr>
        <p:spPr>
          <a:xfrm>
            <a:off x="8798560" y="2128411"/>
            <a:ext cx="2736088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RF01 — Página principal (</a:t>
            </a:r>
            <a:r>
              <a:rPr lang="es-CO" dirty="0" err="1"/>
              <a:t>dashboard</a:t>
            </a:r>
            <a:r>
              <a:rPr lang="es-CO" dirty="0"/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17192-58C7-3C36-C6FC-72E9CDCC28C1}"/>
              </a:ext>
            </a:extLst>
          </p:cNvPr>
          <p:cNvSpPr txBox="1"/>
          <p:nvPr/>
        </p:nvSpPr>
        <p:spPr>
          <a:xfrm>
            <a:off x="8798560" y="3163837"/>
            <a:ext cx="23774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CO" dirty="0"/>
              <a:t>RF02 — Listado paginado por entidad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78845E-0585-9A29-2CE4-30FBFBA9CE93}"/>
              </a:ext>
            </a:extLst>
          </p:cNvPr>
          <p:cNvSpPr txBox="1"/>
          <p:nvPr/>
        </p:nvSpPr>
        <p:spPr>
          <a:xfrm>
            <a:off x="8798560" y="4206458"/>
            <a:ext cx="23774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MX"/>
              <a:t>RF04</a:t>
            </a:r>
            <a:r>
              <a:rPr lang="es-MX" dirty="0"/>
              <a:t> — Creación de registros (Alta)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83752F-D46D-FB6F-A5D9-1DA5F2A1875C}"/>
              </a:ext>
            </a:extLst>
          </p:cNvPr>
          <p:cNvSpPr txBox="1"/>
          <p:nvPr/>
        </p:nvSpPr>
        <p:spPr>
          <a:xfrm>
            <a:off x="8798560" y="5112691"/>
            <a:ext cx="237744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s-MX" dirty="0"/>
              <a:t>RF06 — Eliminación de registros (Baja)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E8E4BD2-637F-1987-1991-6EF769F833A9}"/>
              </a:ext>
            </a:extLst>
          </p:cNvPr>
          <p:cNvSpPr txBox="1"/>
          <p:nvPr/>
        </p:nvSpPr>
        <p:spPr>
          <a:xfrm>
            <a:off x="924560" y="1787942"/>
            <a:ext cx="684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El historial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FD649FF-4C6A-5F0B-9813-8AABE1EE4B14}"/>
              </a:ext>
            </a:extLst>
          </p:cNvPr>
          <p:cNvSpPr txBox="1"/>
          <p:nvPr/>
        </p:nvSpPr>
        <p:spPr>
          <a:xfrm>
            <a:off x="8625840" y="1367522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Requerimientos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A1F26B5-5741-0C28-0295-BA44E8278CBB}"/>
              </a:ext>
            </a:extLst>
          </p:cNvPr>
          <p:cNvSpPr txBox="1"/>
          <p:nvPr/>
        </p:nvSpPr>
        <p:spPr>
          <a:xfrm>
            <a:off x="3840480" y="6123543"/>
            <a:ext cx="510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¿Cómo se sabe qué </a:t>
            </a:r>
            <a:r>
              <a:rPr lang="es-CO" dirty="0" err="1"/>
              <a:t>commit</a:t>
            </a:r>
            <a:r>
              <a:rPr lang="es-CO" dirty="0"/>
              <a:t> arregla qué cosa?</a:t>
            </a:r>
          </a:p>
        </p:txBody>
      </p:sp>
      <p:pic>
        <p:nvPicPr>
          <p:cNvPr id="13" name="Imagen 12" descr="My Sena: Logotipo del sena">
            <a:extLst>
              <a:ext uri="{FF2B5EF4-FFF2-40B4-BE49-F238E27FC236}">
                <a16:creationId xmlns:a16="http://schemas.microsoft.com/office/drawing/2014/main" id="{BB54A06A-1EE3-0EE8-E98D-F769C0BF6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4CE165A-CDCE-644F-146E-2334D04B9CC0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281386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0C506-2764-D6B9-416D-637FB1E0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Nombres de </a:t>
            </a:r>
            <a:r>
              <a:rPr lang="es-CO" dirty="0" err="1"/>
              <a:t>Commits</a:t>
            </a:r>
            <a:r>
              <a:rPr lang="es-CO" dirty="0"/>
              <a:t>&gt;Enviando un cambio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19B15FF-677D-EDA1-48C5-0A129CDE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64825" b="44698"/>
          <a:stretch>
            <a:fillRect/>
          </a:stretch>
        </p:blipFill>
        <p:spPr>
          <a:xfrm>
            <a:off x="3452695" y="2093976"/>
            <a:ext cx="3616125" cy="3792682"/>
          </a:xfrm>
          <a:prstGeom prst="rect">
            <a:avLst/>
          </a:prstGeom>
        </p:spPr>
      </p:pic>
      <p:pic>
        <p:nvPicPr>
          <p:cNvPr id="11" name="Imagen 10" descr="My Sena: Logotipo del sena">
            <a:extLst>
              <a:ext uri="{FF2B5EF4-FFF2-40B4-BE49-F238E27FC236}">
                <a16:creationId xmlns:a16="http://schemas.microsoft.com/office/drawing/2014/main" id="{89E327E6-F2B0-0D7D-97AD-1D8FA2A2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DC6B17C-DD31-CD5E-1A0A-3666695F2825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31061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0C506-2764-D6B9-416D-637FB1E0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Nombres de </a:t>
            </a:r>
            <a:r>
              <a:rPr lang="es-CO" dirty="0" err="1"/>
              <a:t>Commits</a:t>
            </a:r>
            <a:r>
              <a:rPr lang="es-CO" dirty="0"/>
              <a:t>&gt;Enviando un cambio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4A97BB-BB92-0F0D-E57A-D63C5C135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042" b="48459"/>
          <a:stretch>
            <a:fillRect/>
          </a:stretch>
        </p:blipFill>
        <p:spPr>
          <a:xfrm>
            <a:off x="727275" y="2088572"/>
            <a:ext cx="4374661" cy="35848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4261BE-257F-03B6-75EA-923D2A3E0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37" r="23586" b="45303"/>
          <a:stretch>
            <a:fillRect/>
          </a:stretch>
        </p:blipFill>
        <p:spPr>
          <a:xfrm>
            <a:off x="6096000" y="1922318"/>
            <a:ext cx="5579918" cy="3751118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93E90E44-242F-1ABA-4B9F-E365DB7990BF}"/>
              </a:ext>
            </a:extLst>
          </p:cNvPr>
          <p:cNvSpPr/>
          <p:nvPr/>
        </p:nvSpPr>
        <p:spPr>
          <a:xfrm>
            <a:off x="5330536" y="3595255"/>
            <a:ext cx="540328" cy="529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My Sena: Logotipo del sena">
            <a:extLst>
              <a:ext uri="{FF2B5EF4-FFF2-40B4-BE49-F238E27FC236}">
                <a16:creationId xmlns:a16="http://schemas.microsoft.com/office/drawing/2014/main" id="{362654D3-2CEF-47B0-B7D1-A9D134490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A22376-5A14-7C03-0257-9C43D6298DBC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419104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0C506-2764-D6B9-416D-637FB1E0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Nombres de </a:t>
            </a:r>
            <a:r>
              <a:rPr lang="es-CO" dirty="0" err="1"/>
              <a:t>Commits</a:t>
            </a:r>
            <a:r>
              <a:rPr lang="es-CO" dirty="0"/>
              <a:t>&gt;Enviando un cambio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1CCE21-B226-29F4-A8DE-9DF4217F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069" b="43788"/>
          <a:stretch>
            <a:fillRect/>
          </a:stretch>
        </p:blipFill>
        <p:spPr>
          <a:xfrm>
            <a:off x="1683238" y="1963882"/>
            <a:ext cx="3179707" cy="38550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5C01B5-1B8C-A48D-8A40-183C09AD6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52" y="2904259"/>
            <a:ext cx="5010150" cy="1485900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B3906554-0E74-71A7-CFC3-734E7EA6C11E}"/>
              </a:ext>
            </a:extLst>
          </p:cNvPr>
          <p:cNvSpPr/>
          <p:nvPr/>
        </p:nvSpPr>
        <p:spPr>
          <a:xfrm>
            <a:off x="5141334" y="3429000"/>
            <a:ext cx="540328" cy="529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1" name="Imagen 10" descr="My Sena: Logotipo del sena">
            <a:extLst>
              <a:ext uri="{FF2B5EF4-FFF2-40B4-BE49-F238E27FC236}">
                <a16:creationId xmlns:a16="http://schemas.microsoft.com/office/drawing/2014/main" id="{248173F2-89E6-8360-89DD-B7B1A2A4C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1E77FE9-0A58-40B5-C3E2-F4CED93C394D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313204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0EE9C-C2CD-CE6C-9FA8-6F5ACF7D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Nombres de </a:t>
            </a:r>
            <a:r>
              <a:rPr lang="es-CO" dirty="0" err="1"/>
              <a:t>Commits</a:t>
            </a:r>
            <a:r>
              <a:rPr lang="es-CO" dirty="0"/>
              <a:t>&gt;Nombres sugeridos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EDD294B-CF29-75C8-BD41-8B95F0442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982273"/>
              </p:ext>
            </p:extLst>
          </p:nvPr>
        </p:nvGraphicFramePr>
        <p:xfrm>
          <a:off x="1069975" y="2120900"/>
          <a:ext cx="10058399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730618614"/>
                    </a:ext>
                  </a:extLst>
                </a:gridCol>
                <a:gridCol w="1037424">
                  <a:extLst>
                    <a:ext uri="{9D8B030D-6E8A-4147-A177-3AD203B41FA5}">
                      <a16:colId xmlns:a16="http://schemas.microsoft.com/office/drawing/2014/main" val="2970207448"/>
                    </a:ext>
                  </a:extLst>
                </a:gridCol>
                <a:gridCol w="3070970">
                  <a:extLst>
                    <a:ext uri="{9D8B030D-6E8A-4147-A177-3AD203B41FA5}">
                      <a16:colId xmlns:a16="http://schemas.microsoft.com/office/drawing/2014/main" val="3394549187"/>
                    </a:ext>
                  </a:extLst>
                </a:gridCol>
                <a:gridCol w="3435405">
                  <a:extLst>
                    <a:ext uri="{9D8B030D-6E8A-4147-A177-3AD203B41FA5}">
                      <a16:colId xmlns:a16="http://schemas.microsoft.com/office/drawing/2014/main" val="936640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Tipo de cambio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Prefijo</a:t>
                      </a:r>
                    </a:p>
                  </a:txBody>
                  <a:tcPr marL="87464" marR="87464"/>
                </a:tc>
                <a:tc gridSpan="2">
                  <a:txBody>
                    <a:bodyPr/>
                    <a:lstStyle/>
                    <a:p>
                      <a:r>
                        <a:rPr lang="es-CO" dirty="0"/>
                        <a:t>Ejemplos</a:t>
                      </a:r>
                    </a:p>
                  </a:txBody>
                  <a:tcPr marL="87464" marR="87464"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754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Característica nueva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feat</a:t>
                      </a:r>
                      <a:endParaRPr lang="es-CO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</a:t>
                      </a:r>
                      <a:r>
                        <a:rPr lang="es-CO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Repositorio inicial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feat</a:t>
                      </a:r>
                      <a:r>
                        <a:rPr lang="es-CO" dirty="0"/>
                        <a:t>: RF06 implementado/compila, pero faltan ajustes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25112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Corrección de Errores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bugfix</a:t>
                      </a:r>
                      <a:endParaRPr lang="es-CO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bugfix</a:t>
                      </a:r>
                      <a:r>
                        <a:rPr lang="es-CO" dirty="0"/>
                        <a:t>: Error al borrar las cookies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bugfix</a:t>
                      </a:r>
                      <a:r>
                        <a:rPr lang="es-CO" dirty="0"/>
                        <a:t>: RF07 se estaba mostrando una columna id en muebles.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95591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Cambios para liberación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release</a:t>
                      </a:r>
                      <a:endParaRPr lang="es-CO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release</a:t>
                      </a:r>
                      <a:r>
                        <a:rPr lang="es-CO" dirty="0"/>
                        <a:t>: Segundo pago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Release</a:t>
                      </a:r>
                      <a:r>
                        <a:rPr lang="es-CO" dirty="0"/>
                        <a:t>: RF08 Probado y listo para enviar a </a:t>
                      </a:r>
                      <a:r>
                        <a:rPr lang="es-CO" dirty="0" err="1"/>
                        <a:t>main</a:t>
                      </a:r>
                      <a:r>
                        <a:rPr lang="es-CO" dirty="0"/>
                        <a:t>.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203977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Arreglos en caliente (fuera del horario o periodicidad normal)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hotfix</a:t>
                      </a:r>
                      <a:endParaRPr lang="es-CO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hotfix</a:t>
                      </a:r>
                      <a:r>
                        <a:rPr lang="es-CO" dirty="0"/>
                        <a:t>: Se garantiza compatibilidad con </a:t>
                      </a:r>
                      <a:r>
                        <a:rPr lang="es-CO" dirty="0" err="1"/>
                        <a:t>Jquery</a:t>
                      </a:r>
                      <a:endParaRPr lang="es-CO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hotfix</a:t>
                      </a:r>
                      <a:r>
                        <a:rPr lang="es-CO" dirty="0"/>
                        <a:t>: RF09 fallaba con el mensaje “</a:t>
                      </a:r>
                      <a:r>
                        <a:rPr lang="es-CO" dirty="0" err="1"/>
                        <a:t>Index</a:t>
                      </a:r>
                      <a:r>
                        <a:rPr lang="es-CO" dirty="0"/>
                        <a:t> </a:t>
                      </a:r>
                      <a:r>
                        <a:rPr lang="es-CO" dirty="0" err="1"/>
                        <a:t>not</a:t>
                      </a:r>
                      <a:r>
                        <a:rPr lang="es-CO" dirty="0"/>
                        <a:t> </a:t>
                      </a:r>
                      <a:r>
                        <a:rPr lang="es-CO" dirty="0" err="1"/>
                        <a:t>found</a:t>
                      </a:r>
                      <a:r>
                        <a:rPr lang="es-CO" dirty="0"/>
                        <a:t>”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157918588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D09E09A-B2B6-7F14-C818-49ADBA4B6C66}"/>
              </a:ext>
            </a:extLst>
          </p:cNvPr>
          <p:cNvSpPr txBox="1"/>
          <p:nvPr/>
        </p:nvSpPr>
        <p:spPr>
          <a:xfrm>
            <a:off x="838200" y="5846544"/>
            <a:ext cx="1003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Cada cambio debe indicar qué RF, RNF, HU, ET, Error implementa o soluciona</a:t>
            </a:r>
          </a:p>
        </p:txBody>
      </p:sp>
      <p:pic>
        <p:nvPicPr>
          <p:cNvPr id="8" name="Imagen 7" descr="My Sena: Logotipo del sena">
            <a:extLst>
              <a:ext uri="{FF2B5EF4-FFF2-40B4-BE49-F238E27FC236}">
                <a16:creationId xmlns:a16="http://schemas.microsoft.com/office/drawing/2014/main" id="{BE67420B-A8BC-7A5F-559D-A29D50E6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FDF9CDB-460B-8249-1611-CA982121B49B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28704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52688-B340-D8FD-0EFF-6ED77C00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Nombres de </a:t>
            </a:r>
            <a:r>
              <a:rPr lang="es-CO" dirty="0" err="1"/>
              <a:t>Commits</a:t>
            </a:r>
            <a:r>
              <a:rPr lang="es-CO" dirty="0"/>
              <a:t>&gt;Ejercicio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CB607C-9D68-884D-518B-618272B732B6}"/>
              </a:ext>
            </a:extLst>
          </p:cNvPr>
          <p:cNvSpPr txBox="1"/>
          <p:nvPr/>
        </p:nvSpPr>
        <p:spPr>
          <a:xfrm>
            <a:off x="965200" y="1879600"/>
            <a:ext cx="1090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Coloque el siguiente código en el archivo </a:t>
            </a:r>
          </a:p>
          <a:p>
            <a:r>
              <a:rPr lang="es-CO" dirty="0" err="1"/>
              <a:t>src</a:t>
            </a:r>
            <a:r>
              <a:rPr lang="es-CO" dirty="0"/>
              <a:t>/</a:t>
            </a:r>
            <a:r>
              <a:rPr lang="es-CO" dirty="0" err="1"/>
              <a:t>docs</a:t>
            </a:r>
            <a:r>
              <a:rPr lang="es-CO" dirty="0"/>
              <a:t>/</a:t>
            </a:r>
            <a:r>
              <a:rPr lang="es-CO" dirty="0" err="1"/>
              <a:t>layout</a:t>
            </a:r>
            <a:r>
              <a:rPr lang="es-CO" dirty="0"/>
              <a:t>/</a:t>
            </a:r>
            <a:r>
              <a:rPr lang="es-CO" dirty="0" err="1"/>
              <a:t>header.php</a:t>
            </a:r>
            <a:r>
              <a:rPr lang="es-CO" dirty="0"/>
              <a:t> (líneas 74-78)</a:t>
            </a:r>
            <a:br>
              <a:rPr lang="es-CO" dirty="0"/>
            </a:br>
            <a:r>
              <a:rPr lang="es-CO" dirty="0"/>
              <a:t>Agregue el archivo en ejercicios/comit1/</a:t>
            </a:r>
            <a:r>
              <a:rPr lang="es-CO" dirty="0" err="1"/>
              <a:t>acerca.php</a:t>
            </a:r>
            <a:r>
              <a:rPr lang="es-CO" dirty="0"/>
              <a:t> al directorio </a:t>
            </a:r>
            <a:r>
              <a:rPr lang="es-CO" dirty="0" err="1"/>
              <a:t>src</a:t>
            </a:r>
            <a:r>
              <a:rPr lang="es-CO" dirty="0"/>
              <a:t>/</a:t>
            </a:r>
            <a:r>
              <a:rPr lang="es-CO" dirty="0" err="1"/>
              <a:t>httdocs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417A23-3851-8029-49AE-1103E6A0ABEA}"/>
              </a:ext>
            </a:extLst>
          </p:cNvPr>
          <p:cNvSpPr txBox="1"/>
          <p:nvPr/>
        </p:nvSpPr>
        <p:spPr>
          <a:xfrm>
            <a:off x="838200" y="2926080"/>
            <a:ext cx="10901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             &lt;</a:t>
            </a:r>
            <a:r>
              <a:rPr lang="es-CO" dirty="0" err="1"/>
              <a:t>li</a:t>
            </a:r>
            <a:r>
              <a:rPr lang="es-CO" dirty="0"/>
              <a:t> </a:t>
            </a:r>
            <a:r>
              <a:rPr lang="es-CO" dirty="0" err="1"/>
              <a:t>class</a:t>
            </a:r>
            <a:r>
              <a:rPr lang="es-CO" dirty="0"/>
              <a:t>="</a:t>
            </a:r>
            <a:r>
              <a:rPr lang="es-CO" dirty="0" err="1"/>
              <a:t>nav-item</a:t>
            </a:r>
            <a:r>
              <a:rPr lang="es-CO" dirty="0"/>
              <a:t>"&gt;</a:t>
            </a:r>
          </a:p>
          <a:p>
            <a:r>
              <a:rPr lang="es-CO" dirty="0"/>
              <a:t>                    &lt;a </a:t>
            </a:r>
            <a:r>
              <a:rPr lang="es-CO" dirty="0" err="1"/>
              <a:t>class</a:t>
            </a:r>
            <a:r>
              <a:rPr lang="es-CO" dirty="0"/>
              <a:t>="</a:t>
            </a:r>
            <a:r>
              <a:rPr lang="es-CO" dirty="0" err="1"/>
              <a:t>nav</a:t>
            </a:r>
            <a:r>
              <a:rPr lang="es-CO" dirty="0"/>
              <a:t>-link &lt;?</a:t>
            </a:r>
            <a:r>
              <a:rPr lang="es-CO" dirty="0" err="1"/>
              <a:t>php</a:t>
            </a:r>
            <a:r>
              <a:rPr lang="es-CO" dirty="0"/>
              <a:t> echo $</a:t>
            </a:r>
            <a:r>
              <a:rPr lang="es-CO" dirty="0" err="1"/>
              <a:t>current</a:t>
            </a:r>
            <a:r>
              <a:rPr lang="es-CO" dirty="0"/>
              <a:t> === 'acerca' ? 'active' : ''; ?&gt;" </a:t>
            </a:r>
            <a:r>
              <a:rPr lang="es-CO" dirty="0" err="1"/>
              <a:t>href</a:t>
            </a:r>
            <a:r>
              <a:rPr lang="es-CO" dirty="0"/>
              <a:t>="</a:t>
            </a:r>
            <a:r>
              <a:rPr lang="es-CO" dirty="0" err="1"/>
              <a:t>acerca.php</a:t>
            </a:r>
            <a:r>
              <a:rPr lang="es-CO" dirty="0"/>
              <a:t>"&gt;</a:t>
            </a:r>
          </a:p>
          <a:p>
            <a:r>
              <a:rPr lang="es-CO" dirty="0"/>
              <a:t>                        &lt;i </a:t>
            </a:r>
            <a:r>
              <a:rPr lang="es-CO" dirty="0" err="1"/>
              <a:t>class</a:t>
            </a:r>
            <a:r>
              <a:rPr lang="es-CO" dirty="0"/>
              <a:t>="</a:t>
            </a:r>
            <a:r>
              <a:rPr lang="es-CO" dirty="0" err="1"/>
              <a:t>bi</a:t>
            </a:r>
            <a:r>
              <a:rPr lang="es-CO" dirty="0"/>
              <a:t> </a:t>
            </a:r>
            <a:r>
              <a:rPr lang="es-CO" dirty="0" err="1"/>
              <a:t>bi-info-circle</a:t>
            </a:r>
            <a:r>
              <a:rPr lang="es-CO" dirty="0"/>
              <a:t> me-1"&gt;&lt;/i&gt;Acerca de</a:t>
            </a:r>
          </a:p>
          <a:p>
            <a:r>
              <a:rPr lang="es-CO" dirty="0"/>
              <a:t>                    &lt;/a&gt;</a:t>
            </a:r>
          </a:p>
          <a:p>
            <a:r>
              <a:rPr lang="es-CO" dirty="0"/>
              <a:t>                &lt;/</a:t>
            </a:r>
            <a:r>
              <a:rPr lang="es-CO" dirty="0" err="1"/>
              <a:t>li</a:t>
            </a:r>
            <a:r>
              <a:rPr lang="es-CO" dirty="0"/>
              <a:t>&gt;</a:t>
            </a:r>
          </a:p>
        </p:txBody>
      </p:sp>
      <p:pic>
        <p:nvPicPr>
          <p:cNvPr id="7" name="Imagen 6" descr="My Sena: Logotipo del sena">
            <a:extLst>
              <a:ext uri="{FF2B5EF4-FFF2-40B4-BE49-F238E27FC236}">
                <a16:creationId xmlns:a16="http://schemas.microsoft.com/office/drawing/2014/main" id="{E4F582D5-8DE8-E69E-2655-A13A73AE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0161D16-DF47-3E4F-C0FB-E7886E894E95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3674764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11F3B-B19B-275A-5139-915AE8CB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Resolviendo Conflictos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05E072C-BE64-0947-01A6-F5ABA86AC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50" b="7909"/>
          <a:stretch>
            <a:fillRect/>
          </a:stretch>
        </p:blipFill>
        <p:spPr>
          <a:xfrm>
            <a:off x="1432559" y="1517516"/>
            <a:ext cx="9081655" cy="5340484"/>
          </a:xfrm>
          <a:prstGeom prst="rect">
            <a:avLst/>
          </a:prstGeom>
        </p:spPr>
      </p:pic>
      <p:pic>
        <p:nvPicPr>
          <p:cNvPr id="11" name="Imagen 10" descr="My Sena: Logotipo del sena">
            <a:extLst>
              <a:ext uri="{FF2B5EF4-FFF2-40B4-BE49-F238E27FC236}">
                <a16:creationId xmlns:a16="http://schemas.microsoft.com/office/drawing/2014/main" id="{60353EF6-B548-85BC-E6D3-92C2EF44D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E6A0C11-4F5A-63ED-03CF-F26D0F507BED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51198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11F3B-B19B-275A-5139-915AE8CB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Resolviendo Conflictos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F2B6277-8AB1-170B-CE13-5CEC8AE77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887" b="50000"/>
          <a:stretch>
            <a:fillRect/>
          </a:stretch>
        </p:blipFill>
        <p:spPr>
          <a:xfrm>
            <a:off x="1080654" y="2357609"/>
            <a:ext cx="7938655" cy="3357391"/>
          </a:xfrm>
          <a:prstGeom prst="rect">
            <a:avLst/>
          </a:prstGeom>
        </p:spPr>
      </p:pic>
      <p:pic>
        <p:nvPicPr>
          <p:cNvPr id="4" name="Imagen 3" descr="My Sena: Logotipo del sena">
            <a:extLst>
              <a:ext uri="{FF2B5EF4-FFF2-40B4-BE49-F238E27FC236}">
                <a16:creationId xmlns:a16="http://schemas.microsoft.com/office/drawing/2014/main" id="{1314BE5D-C9FC-1145-B55D-A5269916A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204DB78-218F-9026-0334-2A5E667B2598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84245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11F3B-B19B-275A-5139-915AE8CB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Cerrando sesión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545986-99F2-EB68-C1BB-91EBE1C7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111" r="20820"/>
          <a:stretch>
            <a:fillRect/>
          </a:stretch>
        </p:blipFill>
        <p:spPr>
          <a:xfrm>
            <a:off x="1696734" y="2533650"/>
            <a:ext cx="8684232" cy="3009900"/>
          </a:xfrm>
          <a:prstGeom prst="rect">
            <a:avLst/>
          </a:prstGeom>
        </p:spPr>
      </p:pic>
      <p:pic>
        <p:nvPicPr>
          <p:cNvPr id="6" name="Imagen 5" descr="My Sena: Logotipo del sena">
            <a:extLst>
              <a:ext uri="{FF2B5EF4-FFF2-40B4-BE49-F238E27FC236}">
                <a16:creationId xmlns:a16="http://schemas.microsoft.com/office/drawing/2014/main" id="{363B3B13-0D07-8BA8-3E1B-F0CE90401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1344E3E-0E2C-4565-E300-29300B955F41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748326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11F3B-B19B-275A-5139-915AE8CB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Final</a:t>
            </a:r>
          </a:p>
        </p:txBody>
      </p:sp>
      <p:pic>
        <p:nvPicPr>
          <p:cNvPr id="5" name="Imagen 4" descr="My Sena: Logotipo del sena">
            <a:extLst>
              <a:ext uri="{FF2B5EF4-FFF2-40B4-BE49-F238E27FC236}">
                <a16:creationId xmlns:a16="http://schemas.microsoft.com/office/drawing/2014/main" id="{90CAAD83-21C7-D969-74CC-4BEC4FF70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449" y="185270"/>
            <a:ext cx="779930" cy="77993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3BDFBC5-16F0-B7BE-465C-F86702F14362}"/>
              </a:ext>
            </a:extLst>
          </p:cNvPr>
          <p:cNvSpPr txBox="1"/>
          <p:nvPr/>
        </p:nvSpPr>
        <p:spPr>
          <a:xfrm>
            <a:off x="1009650" y="6488064"/>
            <a:ext cx="10058400" cy="369332"/>
          </a:xfrm>
          <a:prstGeom prst="rect">
            <a:avLst/>
          </a:prstGeom>
          <a:solidFill>
            <a:srgbClr val="92D05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Nestor Arias - Instructor</a:t>
            </a:r>
          </a:p>
        </p:txBody>
      </p:sp>
    </p:spTree>
    <p:extLst>
      <p:ext uri="{BB962C8B-B14F-4D97-AF65-F5344CB8AC3E}">
        <p14:creationId xmlns:p14="http://schemas.microsoft.com/office/powerpoint/2010/main" val="15071960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Letras en madera</Template>
  <TotalTime>385</TotalTime>
  <Words>527</Words>
  <Application>Microsoft Office PowerPoint</Application>
  <PresentationFormat>Panorámica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 Narrow</vt:lpstr>
      <vt:lpstr>Arial Unicode MS</vt:lpstr>
      <vt:lpstr>Rockwell</vt:lpstr>
      <vt:lpstr>Rockwell Condensed</vt:lpstr>
      <vt:lpstr>Wingdings</vt:lpstr>
      <vt:lpstr>Letras en madera</vt:lpstr>
      <vt:lpstr>Todo lo que siempre quiso saber de Git</vt:lpstr>
      <vt:lpstr>Ejercicio</vt:lpstr>
      <vt:lpstr>Cambiando de Rama</vt:lpstr>
      <vt:lpstr>Cambiando de Rama &gt; Ejercicio</vt:lpstr>
      <vt:lpstr>Cambiando de Rama &gt; Ejercicio 2</vt:lpstr>
      <vt:lpstr>Nombres de Commits</vt:lpstr>
      <vt:lpstr>Nombres de Commits&gt;Enviando un cambio</vt:lpstr>
      <vt:lpstr>Nombres de Commits&gt;Enviando un cambio</vt:lpstr>
      <vt:lpstr>Nombres de Commits&gt;Enviando un cambio</vt:lpstr>
      <vt:lpstr>Nombres de Commits&gt;Nombres sugeridos</vt:lpstr>
      <vt:lpstr>Nombres de Commits&gt;Ejercicio</vt:lpstr>
      <vt:lpstr>Resolviendo Conflictos</vt:lpstr>
      <vt:lpstr>Resolviendo Conflictos</vt:lpstr>
      <vt:lpstr>Cerrando sesión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Nestor Arias</dc:creator>
  <cp:lastModifiedBy>APRENDIZ</cp:lastModifiedBy>
  <cp:revision>3</cp:revision>
  <dcterms:created xsi:type="dcterms:W3CDTF">2026-09-18T12:23:49Z</dcterms:created>
  <dcterms:modified xsi:type="dcterms:W3CDTF">2026-09-18T21:20:38Z</dcterms:modified>
</cp:coreProperties>
</file>