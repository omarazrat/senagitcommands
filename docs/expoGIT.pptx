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5" r:id="rId3"/>
    <p:sldId id="266" r:id="rId4"/>
    <p:sldId id="267" r:id="rId5"/>
    <p:sldId id="257" r:id="rId6"/>
    <p:sldId id="261" r:id="rId7"/>
    <p:sldId id="258" r:id="rId8"/>
    <p:sldId id="262" r:id="rId9"/>
    <p:sldId id="259" r:id="rId10"/>
    <p:sldId id="260" r:id="rId11"/>
    <p:sldId id="263" r:id="rId12"/>
    <p:sldId id="264" r:id="rId13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90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ABE4D5-7404-7FA0-EDD4-0BFE03EBBA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1C64838-4C4D-1D88-D9FC-A582DB24B7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3E30A12-62AF-1C26-9DDB-468C61ABC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AB65-ED12-48A5-B6DA-9AD91D1BD1F0}" type="datetimeFigureOut">
              <a:rPr lang="es-CO" smtClean="0"/>
              <a:t>18/09/2026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09271AD-D774-846E-5A18-F912FC512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27C2B00-3031-03F4-72D2-A83ED25E0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DE4F9D-57CD-4FDA-BF2D-60B37CCD6CA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444038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638C34-6052-5CD2-1BA7-9B55F9417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227EA39-B2E7-8EE7-1643-0715ED39A5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8D809DB-6759-3FC1-0963-63E1A9330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AB65-ED12-48A5-B6DA-9AD91D1BD1F0}" type="datetimeFigureOut">
              <a:rPr lang="es-CO" smtClean="0"/>
              <a:t>18/09/2026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FF05086-B0E6-1723-8439-8FA8602AA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B9638D4-A406-5EBA-B7AF-A004DD55E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DE4F9D-57CD-4FDA-BF2D-60B37CCD6CA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267545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61C3A9-5204-8CA8-CAF3-486FF5630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5A32C7C-D42C-EA5C-A0EC-E1E489E757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8112AB6-26CC-FD6A-CF07-58B1D95D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AB65-ED12-48A5-B6DA-9AD91D1BD1F0}" type="datetimeFigureOut">
              <a:rPr lang="es-CO" smtClean="0"/>
              <a:t>18/09/2026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77B62A1-88AA-00AE-78CF-359DDE237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5C22A07-64C7-C31B-DDF8-4CA35D38B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DE4F9D-57CD-4FDA-BF2D-60B37CCD6CA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991432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90F070-B3ED-9F77-6C3C-C6C7839E9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CBAEB19-19C1-31E3-A24A-644858FC32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77E06BA-5C26-FA03-36DC-436A7D9F69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D9A31DD-45D9-A455-BA5B-694B97A49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AB65-ED12-48A5-B6DA-9AD91D1BD1F0}" type="datetimeFigureOut">
              <a:rPr lang="es-CO" smtClean="0"/>
              <a:t>18/09/2026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D7724DB-3A6A-2B9E-3380-1F28FC2D3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F202DB6-0789-E005-0140-82322208E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DE4F9D-57CD-4FDA-BF2D-60B37CCD6CA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9139977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055012-FF83-5DFA-CEF8-70F75E7A5F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B48803D-4B13-6A99-AE00-61AA8EC9C7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47F715B-D364-F549-C860-49C9743AA2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175ACA40-36F7-F0B1-450D-F4B489638E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9B739E11-C081-52EE-BAFA-9236ED156C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2C87ADCF-5990-FD2C-99C5-A0B8AF6A8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AB65-ED12-48A5-B6DA-9AD91D1BD1F0}" type="datetimeFigureOut">
              <a:rPr lang="es-CO" smtClean="0"/>
              <a:t>18/09/2026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F3CC74A-B9A8-6AC6-FA64-6F6471731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720DD866-A348-5AF7-779C-F6C8BC3E7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DE4F9D-57CD-4FDA-BF2D-60B37CCD6CA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899436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264E75-8E6D-058E-66EB-8DBCB63B4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BB03347-7D5C-7600-B80C-E9FF058E1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AB65-ED12-48A5-B6DA-9AD91D1BD1F0}" type="datetimeFigureOut">
              <a:rPr lang="es-CO" smtClean="0"/>
              <a:t>18/09/2026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681126E-2DAB-3CC4-00EC-70EDE216B5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886E367-3E25-E29E-6416-C8EB18552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DE4F9D-57CD-4FDA-BF2D-60B37CCD6CA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495330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36A7C01-7602-EB1E-792C-B17CD5B51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AB65-ED12-48A5-B6DA-9AD91D1BD1F0}" type="datetimeFigureOut">
              <a:rPr lang="es-CO" smtClean="0"/>
              <a:t>18/09/2026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C223C2B-E78C-4CF7-6956-A23BCC8468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64C115A-6804-FB81-6367-E8BE6F2BA8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DE4F9D-57CD-4FDA-BF2D-60B37CCD6CA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56100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BAB9DE-85C7-4873-7FA7-F3626FB13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1B24DAF-9A65-8F50-6385-9A345A5064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377E614-FD43-46C0-B7F5-E5C73A0907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FCEBC58-F1CE-350D-1181-F9DFD9BDB7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AB65-ED12-48A5-B6DA-9AD91D1BD1F0}" type="datetimeFigureOut">
              <a:rPr lang="es-CO" smtClean="0"/>
              <a:t>18/09/2026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168B629-F922-2658-936F-A8E8799E9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0647D3A-D7B0-FDA5-CCA5-F72540F55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DE4F9D-57CD-4FDA-BF2D-60B37CCD6CA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2235873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BEA5C9-6386-02F1-4DA6-71C805618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F9E714AD-8E72-8C82-57AD-E4478D4911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BDCC592-C8C7-C1CD-7F4B-5FCC65D03A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FE45D2C-0FC4-6BA1-0882-19D3DC9DA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AB65-ED12-48A5-B6DA-9AD91D1BD1F0}" type="datetimeFigureOut">
              <a:rPr lang="es-CO" smtClean="0"/>
              <a:t>18/09/2026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2AF5C59-423D-D39C-6428-4C429604E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A2270CA-008E-DC9F-5DF1-E6988337F4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DE4F9D-57CD-4FDA-BF2D-60B37CCD6CA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58139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8B5E40-F471-ACF6-CA90-12DC9A976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8C9FC64-8596-19E0-9671-7B030E9420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EA7A199-460C-8477-238C-4D312FA95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AB65-ED12-48A5-B6DA-9AD91D1BD1F0}" type="datetimeFigureOut">
              <a:rPr lang="es-CO" smtClean="0"/>
              <a:t>18/09/2026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957F63D-064B-E0DF-30DB-A1240BFB6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393A802-F8E0-8DA1-9924-394C1267D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DE4F9D-57CD-4FDA-BF2D-60B37CCD6CA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170829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39BE439-D85D-EBDE-584D-5F65313A3F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CE947C1-B9BD-A0D1-AC9E-5D24589208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BBADC5A-2A26-BF91-A867-4539DA3B4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AB65-ED12-48A5-B6DA-9AD91D1BD1F0}" type="datetimeFigureOut">
              <a:rPr lang="es-CO" smtClean="0"/>
              <a:t>18/09/2026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B5993E5-09A1-ED01-0EBD-3A4809220A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E05FEBF-C34A-B2F6-01EF-324FCCC7D0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DE4F9D-57CD-4FDA-BF2D-60B37CCD6CA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613023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391583F-CDEB-5DB9-5CCF-3C60F328E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693498B-0F99-202D-07E4-2161D50979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87C9175-FDA7-FF7D-40AC-C5357EDB61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F1AB65-ED12-48A5-B6DA-9AD91D1BD1F0}" type="datetimeFigureOut">
              <a:rPr lang="es-CO" smtClean="0"/>
              <a:t>18/09/2026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90036F2-747A-7947-71D6-D9AD116DFC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3B986F3-503B-25C5-2EC4-874AC784F1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6DE4F9D-57CD-4FDA-BF2D-60B37CCD6CA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62254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5456C6-BF88-6D78-F0A0-CE9B718EFF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s-CO" dirty="0"/>
              <a:t>Todo lo que siempre quiso saber de Git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8592808-5C1F-F68F-26D5-F19F8901D51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CO" dirty="0"/>
              <a:t>*y nunca se atrevió a preguntar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CDB9775-6DB8-653D-BA04-3884B8EA86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254" y="2889225"/>
            <a:ext cx="1215415" cy="1215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10417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1256FB-3F5C-F4DD-C1EF-3A353222C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Cambiando de Rama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F4EEB96-7945-634A-0BC2-231DE5C9FB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650" y="1692275"/>
            <a:ext cx="9486900" cy="4800600"/>
          </a:xfrm>
          <a:prstGeom prst="rect">
            <a:avLst/>
          </a:prstGeom>
        </p:spPr>
      </p:pic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B906667C-BF7D-DE24-35B3-3AA1004F48D2}"/>
              </a:ext>
            </a:extLst>
          </p:cNvPr>
          <p:cNvSpPr/>
          <p:nvPr/>
        </p:nvSpPr>
        <p:spPr>
          <a:xfrm>
            <a:off x="1569027" y="6068291"/>
            <a:ext cx="810491" cy="571500"/>
          </a:xfrm>
          <a:prstGeom prst="round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A8E60F7E-5289-B97E-4271-A0D0E7CFCEFE}"/>
              </a:ext>
            </a:extLst>
          </p:cNvPr>
          <p:cNvCxnSpPr>
            <a:stCxn id="6" idx="0"/>
          </p:cNvCxnSpPr>
          <p:nvPr/>
        </p:nvCxnSpPr>
        <p:spPr>
          <a:xfrm flipV="1">
            <a:off x="1974273" y="4094480"/>
            <a:ext cx="921327" cy="1973811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8132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1256FB-3F5C-F4DD-C1EF-3A353222C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Cambiando de Rama &gt; Ejercicio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9599FE9A-BFE6-E31B-CA3A-CE877E0DDB21}"/>
              </a:ext>
            </a:extLst>
          </p:cNvPr>
          <p:cNvSpPr txBox="1"/>
          <p:nvPr/>
        </p:nvSpPr>
        <p:spPr>
          <a:xfrm>
            <a:off x="838200" y="2123440"/>
            <a:ext cx="10104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Cambie a una rama en su carpeta</a:t>
            </a: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D8FFCA9B-A019-64D6-785C-37A93AEEA7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5339442"/>
              </p:ext>
            </p:extLst>
          </p:nvPr>
        </p:nvGraphicFramePr>
        <p:xfrm>
          <a:off x="1371600" y="2800775"/>
          <a:ext cx="899160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600">
                  <a:extLst>
                    <a:ext uri="{9D8B030D-6E8A-4147-A177-3AD203B41FA5}">
                      <a16:colId xmlns:a16="http://schemas.microsoft.com/office/drawing/2014/main" val="936264787"/>
                    </a:ext>
                  </a:extLst>
                </a:gridCol>
                <a:gridCol w="1498600">
                  <a:extLst>
                    <a:ext uri="{9D8B030D-6E8A-4147-A177-3AD203B41FA5}">
                      <a16:colId xmlns:a16="http://schemas.microsoft.com/office/drawing/2014/main" val="880646038"/>
                    </a:ext>
                  </a:extLst>
                </a:gridCol>
                <a:gridCol w="1498600">
                  <a:extLst>
                    <a:ext uri="{9D8B030D-6E8A-4147-A177-3AD203B41FA5}">
                      <a16:colId xmlns:a16="http://schemas.microsoft.com/office/drawing/2014/main" val="203939729"/>
                    </a:ext>
                  </a:extLst>
                </a:gridCol>
                <a:gridCol w="1498600">
                  <a:extLst>
                    <a:ext uri="{9D8B030D-6E8A-4147-A177-3AD203B41FA5}">
                      <a16:colId xmlns:a16="http://schemas.microsoft.com/office/drawing/2014/main" val="896570384"/>
                    </a:ext>
                  </a:extLst>
                </a:gridCol>
                <a:gridCol w="1498600">
                  <a:extLst>
                    <a:ext uri="{9D8B030D-6E8A-4147-A177-3AD203B41FA5}">
                      <a16:colId xmlns:a16="http://schemas.microsoft.com/office/drawing/2014/main" val="2235322654"/>
                    </a:ext>
                  </a:extLst>
                </a:gridCol>
                <a:gridCol w="1498600">
                  <a:extLst>
                    <a:ext uri="{9D8B030D-6E8A-4147-A177-3AD203B41FA5}">
                      <a16:colId xmlns:a16="http://schemas.microsoft.com/office/drawing/2014/main" val="11825106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CO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51141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Aleksandr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Artem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Galina</a:t>
                      </a:r>
                      <a:endParaRPr lang="es-CO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Maxim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Svetlana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Zakhar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207889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Alexandra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Danila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Grigory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Mikhail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Timofey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Zinaida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9922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Anastasia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Dasha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Iván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Nikita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Vadin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endParaRPr lang="es-CO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71383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Andrei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Dimitry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Kirill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Pavel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Valentina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endParaRPr lang="es-CO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7160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Anna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Elena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Makar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Raisa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CO" sz="2000" b="0" i="0" u="none" strike="noStrike">
                          <a:solidFill>
                            <a:srgbClr val="000000"/>
                          </a:solidFill>
                          <a:effectLst/>
                          <a:latin typeface="Arial Unicode MS"/>
                        </a:rPr>
                        <a:t>Viktoria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endParaRPr lang="es-CO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44793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Anton</a:t>
                      </a:r>
                      <a:endParaRPr lang="es-CO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Fedor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Maria</a:t>
                      </a:r>
                      <a:endParaRPr lang="es-CO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Roman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Vitali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endParaRPr lang="es-CO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80679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47386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1256FB-3F5C-F4DD-C1EF-3A353222C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Cambiando de Rama &gt; Ejercicio 2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9599FE9A-BFE6-E31B-CA3A-CE877E0DDB21}"/>
              </a:ext>
            </a:extLst>
          </p:cNvPr>
          <p:cNvSpPr txBox="1"/>
          <p:nvPr/>
        </p:nvSpPr>
        <p:spPr>
          <a:xfrm>
            <a:off x="838200" y="2123440"/>
            <a:ext cx="10104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Descargue cambios desde la rama </a:t>
            </a:r>
            <a:r>
              <a:rPr lang="es-CO" dirty="0" err="1"/>
              <a:t>main</a:t>
            </a:r>
            <a:endParaRPr lang="es-CO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6729210-4F68-A76C-5384-DCBD6C1FC6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500" r="29599" b="71711"/>
          <a:stretch>
            <a:fillRect/>
          </a:stretch>
        </p:blipFill>
        <p:spPr>
          <a:xfrm>
            <a:off x="6952276" y="3552747"/>
            <a:ext cx="4986670" cy="183228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08B6C6B9-704F-DCB5-51BE-51EDD38358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518" r="29273" b="76838"/>
          <a:stretch>
            <a:fillRect/>
          </a:stretch>
        </p:blipFill>
        <p:spPr>
          <a:xfrm>
            <a:off x="391101" y="3718796"/>
            <a:ext cx="5146158" cy="1500188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7331CFF5-1958-7DBF-6D66-87BA064A8140}"/>
              </a:ext>
            </a:extLst>
          </p:cNvPr>
          <p:cNvSpPr txBox="1"/>
          <p:nvPr/>
        </p:nvSpPr>
        <p:spPr>
          <a:xfrm>
            <a:off x="485199" y="3059668"/>
            <a:ext cx="3233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SHIFT+CTRL+P</a:t>
            </a:r>
          </a:p>
        </p:txBody>
      </p:sp>
      <p:sp>
        <p:nvSpPr>
          <p:cNvPr id="11" name="Flecha: a la derecha 10">
            <a:extLst>
              <a:ext uri="{FF2B5EF4-FFF2-40B4-BE49-F238E27FC236}">
                <a16:creationId xmlns:a16="http://schemas.microsoft.com/office/drawing/2014/main" id="{8658BFB2-78F6-019A-F9AE-5BE6C1A74154}"/>
              </a:ext>
            </a:extLst>
          </p:cNvPr>
          <p:cNvSpPr/>
          <p:nvPr/>
        </p:nvSpPr>
        <p:spPr>
          <a:xfrm>
            <a:off x="5890260" y="4307840"/>
            <a:ext cx="591820" cy="49784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942998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035C69-AAB5-6439-D2AD-7217E6A88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Nombres de </a:t>
            </a:r>
            <a:r>
              <a:rPr lang="es-CO" dirty="0" err="1"/>
              <a:t>Commits</a:t>
            </a:r>
            <a:endParaRPr lang="es-CO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D92AD0F-BB68-6DB3-C58F-33029FB8BE43}"/>
              </a:ext>
            </a:extLst>
          </p:cNvPr>
          <p:cNvSpPr txBox="1"/>
          <p:nvPr/>
        </p:nvSpPr>
        <p:spPr>
          <a:xfrm>
            <a:off x="924560" y="2248257"/>
            <a:ext cx="632460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400" dirty="0"/>
              <a:t>DELETE índice innecesario en serialb1e7c53 </a:t>
            </a:r>
            <a:br>
              <a:rPr lang="es-CO" sz="1400" dirty="0"/>
            </a:br>
            <a:r>
              <a:rPr lang="es-CO" sz="1400" dirty="0"/>
              <a:t>DELETE bloque de </a:t>
            </a:r>
            <a:br>
              <a:rPr lang="es-CO" sz="1400" dirty="0"/>
            </a:br>
            <a:r>
              <a:rPr lang="es-CO" sz="1400" dirty="0"/>
              <a:t>INSERT manual4a9f0e8 </a:t>
            </a:r>
            <a:br>
              <a:rPr lang="es-CO" sz="1400" dirty="0"/>
            </a:br>
            <a:r>
              <a:rPr lang="es-CO" sz="1400" dirty="0"/>
              <a:t>DELETE campos redundantes en usuario_rolf0a2d96 </a:t>
            </a:r>
            <a:br>
              <a:rPr lang="es-CO" sz="1400" dirty="0"/>
            </a:br>
            <a:r>
              <a:rPr lang="es-CO" sz="1400" dirty="0"/>
              <a:t>UPDATE seriales </a:t>
            </a:r>
            <a:br>
              <a:rPr lang="es-CO" sz="1400" dirty="0"/>
            </a:br>
            <a:r>
              <a:rPr lang="es-CO" sz="1400" dirty="0"/>
              <a:t>RM a prefijo único9e0a6c8 </a:t>
            </a:r>
            <a:br>
              <a:rPr lang="es-CO" sz="1400" dirty="0"/>
            </a:br>
            <a:r>
              <a:rPr lang="es-CO" sz="1400" dirty="0"/>
              <a:t>ADD </a:t>
            </a:r>
            <a:r>
              <a:rPr lang="es-CO" sz="1400" dirty="0" err="1"/>
              <a:t>InsertPaquetes.sql</a:t>
            </a:r>
            <a:r>
              <a:rPr lang="es-CO" sz="1400" dirty="0"/>
              <a:t> con cajas gaylorb3d7f1e </a:t>
            </a:r>
            <a:br>
              <a:rPr lang="es-CO" sz="1400" dirty="0"/>
            </a:br>
            <a:r>
              <a:rPr lang="es-CO" sz="1400" dirty="0"/>
              <a:t>INSERT 800 clientes del mundoa5c9e2d </a:t>
            </a:r>
          </a:p>
          <a:p>
            <a:r>
              <a:rPr lang="es-CO" sz="1400" dirty="0"/>
              <a:t>UPDATE precio con IVA incluido6e5b1c8 </a:t>
            </a:r>
          </a:p>
          <a:p>
            <a:r>
              <a:rPr lang="es-CO" sz="1400" dirty="0"/>
              <a:t>ADD script CreateDB.sqld9f2e4b </a:t>
            </a:r>
          </a:p>
          <a:p>
            <a:r>
              <a:rPr lang="es-CO" sz="1400" dirty="0"/>
              <a:t>INSERT roles de la aplicación7a3c8d1</a:t>
            </a:r>
          </a:p>
          <a:p>
            <a:r>
              <a:rPr lang="es-CO" sz="1400" dirty="0"/>
              <a:t>CREATE tabla item_venta5d1e7c9 </a:t>
            </a:r>
          </a:p>
          <a:p>
            <a:r>
              <a:rPr lang="es-CO" sz="1400" dirty="0"/>
              <a:t>CREATE tabla productob6a8d4e </a:t>
            </a:r>
          </a:p>
          <a:p>
            <a:r>
              <a:rPr lang="es-CO" sz="1400" dirty="0"/>
              <a:t>CREATE tabla usuario_rol3f7c2b0 </a:t>
            </a:r>
          </a:p>
          <a:p>
            <a:r>
              <a:rPr lang="es-CO" sz="1400" dirty="0"/>
              <a:t>CREATE tabla paquete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D45DA16-BDBB-3BEC-CEA5-D564C459CC40}"/>
              </a:ext>
            </a:extLst>
          </p:cNvPr>
          <p:cNvSpPr txBox="1"/>
          <p:nvPr/>
        </p:nvSpPr>
        <p:spPr>
          <a:xfrm>
            <a:off x="8798560" y="2265680"/>
            <a:ext cx="2377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RF01 — Página principal (</a:t>
            </a:r>
            <a:r>
              <a:rPr lang="es-CO" dirty="0" err="1"/>
              <a:t>dashboard</a:t>
            </a:r>
            <a:r>
              <a:rPr lang="es-CO" dirty="0"/>
              <a:t>)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3B17192-58C7-3C36-C6FC-72E9CDCC28C1}"/>
              </a:ext>
            </a:extLst>
          </p:cNvPr>
          <p:cNvSpPr txBox="1"/>
          <p:nvPr/>
        </p:nvSpPr>
        <p:spPr>
          <a:xfrm>
            <a:off x="8798560" y="3163837"/>
            <a:ext cx="2377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RF02 — Listado paginado por entidad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F78845E-0585-9A29-2CE4-30FBFBA9CE93}"/>
              </a:ext>
            </a:extLst>
          </p:cNvPr>
          <p:cNvSpPr txBox="1"/>
          <p:nvPr/>
        </p:nvSpPr>
        <p:spPr>
          <a:xfrm>
            <a:off x="8798560" y="4206458"/>
            <a:ext cx="2377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RF04 — Creación de registros (Alta)</a:t>
            </a:r>
            <a:endParaRPr lang="es-CO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0183752F-D46D-FB6F-A5D9-1DA5F2A1875C}"/>
              </a:ext>
            </a:extLst>
          </p:cNvPr>
          <p:cNvSpPr txBox="1"/>
          <p:nvPr/>
        </p:nvSpPr>
        <p:spPr>
          <a:xfrm>
            <a:off x="8798560" y="5249079"/>
            <a:ext cx="2377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RF06 — Eliminación de registros (Baja)</a:t>
            </a:r>
            <a:endParaRPr lang="es-CO" dirty="0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DE8E4BD2-637F-1987-1991-6EF769F833A9}"/>
              </a:ext>
            </a:extLst>
          </p:cNvPr>
          <p:cNvSpPr txBox="1"/>
          <p:nvPr/>
        </p:nvSpPr>
        <p:spPr>
          <a:xfrm>
            <a:off x="924560" y="1436469"/>
            <a:ext cx="6847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El historial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1FD649FF-4C6A-5F0B-9813-8AABE1EE4B14}"/>
              </a:ext>
            </a:extLst>
          </p:cNvPr>
          <p:cNvSpPr txBox="1"/>
          <p:nvPr/>
        </p:nvSpPr>
        <p:spPr>
          <a:xfrm>
            <a:off x="8625840" y="1367522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Requerimientos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A1F26B5-5741-0C28-0295-BA44E8278CBB}"/>
              </a:ext>
            </a:extLst>
          </p:cNvPr>
          <p:cNvSpPr txBox="1"/>
          <p:nvPr/>
        </p:nvSpPr>
        <p:spPr>
          <a:xfrm>
            <a:off x="3840480" y="6123543"/>
            <a:ext cx="5100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¿Cómo se sabe qué </a:t>
            </a:r>
            <a:r>
              <a:rPr lang="es-CO" dirty="0" err="1"/>
              <a:t>commit</a:t>
            </a:r>
            <a:r>
              <a:rPr lang="es-CO" dirty="0"/>
              <a:t> arregla qué cosa?</a:t>
            </a:r>
          </a:p>
        </p:txBody>
      </p:sp>
    </p:spTree>
    <p:extLst>
      <p:ext uri="{BB962C8B-B14F-4D97-AF65-F5344CB8AC3E}">
        <p14:creationId xmlns:p14="http://schemas.microsoft.com/office/powerpoint/2010/main" val="28138606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F0C506-2764-D6B9-416D-637FB1E06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Nombres de </a:t>
            </a:r>
            <a:r>
              <a:rPr lang="es-CO" dirty="0" err="1"/>
              <a:t>Commits</a:t>
            </a:r>
            <a:r>
              <a:rPr lang="es-CO" dirty="0"/>
              <a:t>&gt;Enviando un cambio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819B15FF-677D-EDA1-48C5-0A129CDEAD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1" r="64825" b="44698"/>
          <a:stretch>
            <a:fillRect/>
          </a:stretch>
        </p:blipFill>
        <p:spPr>
          <a:xfrm>
            <a:off x="3127575" y="1690688"/>
            <a:ext cx="3616125" cy="3792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6120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F0C506-2764-D6B9-416D-637FB1E06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Nombres de </a:t>
            </a:r>
            <a:r>
              <a:rPr lang="es-CO" dirty="0" err="1"/>
              <a:t>Commits</a:t>
            </a:r>
            <a:r>
              <a:rPr lang="es-CO" dirty="0"/>
              <a:t>&gt;Enviando un cambio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34A97BB-BB92-0F0D-E57A-D63C5C1355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042" b="48459"/>
          <a:stretch>
            <a:fillRect/>
          </a:stretch>
        </p:blipFill>
        <p:spPr>
          <a:xfrm>
            <a:off x="727275" y="2088572"/>
            <a:ext cx="4374661" cy="3584864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504261BE-257F-03B6-75EA-923D2A3E051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137" r="23586" b="45303"/>
          <a:stretch>
            <a:fillRect/>
          </a:stretch>
        </p:blipFill>
        <p:spPr>
          <a:xfrm>
            <a:off x="6096000" y="1922318"/>
            <a:ext cx="5579918" cy="3751118"/>
          </a:xfrm>
          <a:prstGeom prst="rect">
            <a:avLst/>
          </a:prstGeom>
        </p:spPr>
      </p:pic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93E90E44-242F-1ABA-4B9F-E365DB7990BF}"/>
              </a:ext>
            </a:extLst>
          </p:cNvPr>
          <p:cNvSpPr/>
          <p:nvPr/>
        </p:nvSpPr>
        <p:spPr>
          <a:xfrm>
            <a:off x="5330536" y="3595255"/>
            <a:ext cx="540328" cy="52993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1910482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F0C506-2764-D6B9-416D-637FB1E06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Nombres de </a:t>
            </a:r>
            <a:r>
              <a:rPr lang="es-CO" dirty="0" err="1"/>
              <a:t>Commits</a:t>
            </a:r>
            <a:r>
              <a:rPr lang="es-CO" dirty="0"/>
              <a:t>&gt;Enviando un cambio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41CCE21-B226-29F4-A8DE-9DF4217FF8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9069" b="43788"/>
          <a:stretch>
            <a:fillRect/>
          </a:stretch>
        </p:blipFill>
        <p:spPr>
          <a:xfrm>
            <a:off x="1683238" y="1963882"/>
            <a:ext cx="3179707" cy="3855027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065C01B5-1B8C-A48D-8A40-183C09AD62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0052" y="2904259"/>
            <a:ext cx="5010150" cy="1485900"/>
          </a:xfrm>
          <a:prstGeom prst="rect">
            <a:avLst/>
          </a:prstGeom>
        </p:spPr>
      </p:pic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B3906554-0E74-71A7-CFC3-734E7EA6C11E}"/>
              </a:ext>
            </a:extLst>
          </p:cNvPr>
          <p:cNvSpPr/>
          <p:nvPr/>
        </p:nvSpPr>
        <p:spPr>
          <a:xfrm>
            <a:off x="5141334" y="3429000"/>
            <a:ext cx="540328" cy="52993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320421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60EE9C-C2CD-CE6C-9FA8-6F5ACF7DB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Nombres de </a:t>
            </a:r>
            <a:r>
              <a:rPr lang="es-CO" dirty="0" err="1"/>
              <a:t>Commits</a:t>
            </a:r>
            <a:r>
              <a:rPr lang="es-CO" dirty="0"/>
              <a:t>&gt;Nombres sugeridos</a:t>
            </a:r>
          </a:p>
        </p:txBody>
      </p:sp>
      <p:graphicFrame>
        <p:nvGraphicFramePr>
          <p:cNvPr id="4" name="Marcador de contenido 3">
            <a:extLst>
              <a:ext uri="{FF2B5EF4-FFF2-40B4-BE49-F238E27FC236}">
                <a16:creationId xmlns:a16="http://schemas.microsoft.com/office/drawing/2014/main" id="{BEDD294B-CF29-75C8-BD41-8B95F044240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09982273"/>
              </p:ext>
            </p:extLst>
          </p:nvPr>
        </p:nvGraphicFramePr>
        <p:xfrm>
          <a:off x="838200" y="1825625"/>
          <a:ext cx="10515600" cy="3479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730618614"/>
                    </a:ext>
                  </a:extLst>
                </a:gridCol>
                <a:gridCol w="1084580">
                  <a:extLst>
                    <a:ext uri="{9D8B030D-6E8A-4147-A177-3AD203B41FA5}">
                      <a16:colId xmlns:a16="http://schemas.microsoft.com/office/drawing/2014/main" val="2970207448"/>
                    </a:ext>
                  </a:extLst>
                </a:gridCol>
                <a:gridCol w="3210560">
                  <a:extLst>
                    <a:ext uri="{9D8B030D-6E8A-4147-A177-3AD203B41FA5}">
                      <a16:colId xmlns:a16="http://schemas.microsoft.com/office/drawing/2014/main" val="3394549187"/>
                    </a:ext>
                  </a:extLst>
                </a:gridCol>
                <a:gridCol w="3591560">
                  <a:extLst>
                    <a:ext uri="{9D8B030D-6E8A-4147-A177-3AD203B41FA5}">
                      <a16:colId xmlns:a16="http://schemas.microsoft.com/office/drawing/2014/main" val="9366402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CO" dirty="0"/>
                        <a:t>Tipo de cambio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O" dirty="0"/>
                        <a:t>Prefijo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CO" dirty="0"/>
                        <a:t>Ejemplos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5754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O" dirty="0"/>
                        <a:t>Característica nueva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O" dirty="0" err="1"/>
                        <a:t>feat</a:t>
                      </a:r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feat</a:t>
                      </a:r>
                      <a:r>
                        <a:rPr lang="es-CO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Repositorio inicial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O" dirty="0" err="1"/>
                        <a:t>feat</a:t>
                      </a:r>
                      <a:r>
                        <a:rPr lang="es-CO" dirty="0"/>
                        <a:t>: RF06 implementado/compila, pero faltan ajustes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11211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O" dirty="0"/>
                        <a:t>Corrección de Errores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O" dirty="0" err="1"/>
                        <a:t>bugfix</a:t>
                      </a:r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O" dirty="0" err="1"/>
                        <a:t>bugfix</a:t>
                      </a:r>
                      <a:r>
                        <a:rPr lang="es-CO" dirty="0"/>
                        <a:t>: Error al borrar las cookies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O" dirty="0" err="1"/>
                        <a:t>bugfix</a:t>
                      </a:r>
                      <a:r>
                        <a:rPr lang="es-CO" dirty="0"/>
                        <a:t>: RF07 se estaba mostrando una columna id en muebles.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59195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O" dirty="0"/>
                        <a:t>Cambios para liberación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O" dirty="0" err="1"/>
                        <a:t>release</a:t>
                      </a:r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O" dirty="0" err="1"/>
                        <a:t>release</a:t>
                      </a:r>
                      <a:r>
                        <a:rPr lang="es-CO" dirty="0"/>
                        <a:t>: Segundo pago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O" dirty="0" err="1"/>
                        <a:t>Release</a:t>
                      </a:r>
                      <a:r>
                        <a:rPr lang="es-CO" dirty="0"/>
                        <a:t>: RF08 Probado y listo para enviar a </a:t>
                      </a:r>
                      <a:r>
                        <a:rPr lang="es-CO" dirty="0" err="1"/>
                        <a:t>main</a:t>
                      </a:r>
                      <a:r>
                        <a:rPr lang="es-CO"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39770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O" dirty="0"/>
                        <a:t>Arreglos en caliente (fuera del horario o periodicidad normal)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O" dirty="0" err="1"/>
                        <a:t>hotfix</a:t>
                      </a:r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O" dirty="0" err="1"/>
                        <a:t>hotfix</a:t>
                      </a:r>
                      <a:r>
                        <a:rPr lang="es-CO" dirty="0"/>
                        <a:t>: Se garantiza compatibilidad con </a:t>
                      </a:r>
                      <a:r>
                        <a:rPr lang="es-CO" dirty="0" err="1"/>
                        <a:t>Jquery</a:t>
                      </a:r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O" dirty="0" err="1"/>
                        <a:t>hotfix</a:t>
                      </a:r>
                      <a:r>
                        <a:rPr lang="es-CO" dirty="0"/>
                        <a:t>: RF09 fallaba con el mensaje “</a:t>
                      </a:r>
                      <a:r>
                        <a:rPr lang="es-CO" dirty="0" err="1"/>
                        <a:t>Index</a:t>
                      </a:r>
                      <a:r>
                        <a:rPr lang="es-CO" dirty="0"/>
                        <a:t> </a:t>
                      </a:r>
                      <a:r>
                        <a:rPr lang="es-CO" dirty="0" err="1"/>
                        <a:t>not</a:t>
                      </a:r>
                      <a:r>
                        <a:rPr lang="es-CO" dirty="0"/>
                        <a:t> </a:t>
                      </a:r>
                      <a:r>
                        <a:rPr lang="es-CO" dirty="0" err="1"/>
                        <a:t>found</a:t>
                      </a:r>
                      <a:r>
                        <a:rPr lang="es-CO" dirty="0"/>
                        <a:t>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9185881"/>
                  </a:ext>
                </a:extLst>
              </a:tr>
            </a:tbl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4D09E09A-B2B6-7F14-C818-49ADBA4B6C66}"/>
              </a:ext>
            </a:extLst>
          </p:cNvPr>
          <p:cNvSpPr txBox="1"/>
          <p:nvPr/>
        </p:nvSpPr>
        <p:spPr>
          <a:xfrm>
            <a:off x="838200" y="5846544"/>
            <a:ext cx="10033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Cada cambio debe indicar qué RF, RNF, HU, ET, Error implementa o soluciona</a:t>
            </a:r>
          </a:p>
        </p:txBody>
      </p:sp>
    </p:spTree>
    <p:extLst>
      <p:ext uri="{BB962C8B-B14F-4D97-AF65-F5344CB8AC3E}">
        <p14:creationId xmlns:p14="http://schemas.microsoft.com/office/powerpoint/2010/main" val="2870487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B52688-B340-D8FD-0EFF-6ED77C000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Nombres de </a:t>
            </a:r>
            <a:r>
              <a:rPr lang="es-CO" dirty="0" err="1"/>
              <a:t>Commits</a:t>
            </a:r>
            <a:r>
              <a:rPr lang="es-CO" dirty="0"/>
              <a:t>&gt;Ejercicio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5A29F5F-233E-BC3C-99C5-2314F0A0FB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6747645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811F3B-B19B-275A-5139-915AE8CBA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Resolviendo Conflictos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705E072C-BE64-0947-01A6-F5ABA86AC11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3750" b="7909"/>
          <a:stretch>
            <a:fillRect/>
          </a:stretch>
        </p:blipFill>
        <p:spPr>
          <a:xfrm>
            <a:off x="1828799" y="1208359"/>
            <a:ext cx="9081655" cy="5340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19841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811F3B-B19B-275A-5139-915AE8CBA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Resolviendo Conflictos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BF2B6277-8AB1-170B-CE13-5CEC8AE776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4887" b="50000"/>
          <a:stretch>
            <a:fillRect/>
          </a:stretch>
        </p:blipFill>
        <p:spPr>
          <a:xfrm>
            <a:off x="1080654" y="2357609"/>
            <a:ext cx="7938655" cy="3357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45137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</TotalTime>
  <Words>345</Words>
  <Application>Microsoft Office PowerPoint</Application>
  <PresentationFormat>Panorámica</PresentationFormat>
  <Paragraphs>83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8" baseType="lpstr">
      <vt:lpstr>Aptos</vt:lpstr>
      <vt:lpstr>Aptos Display</vt:lpstr>
      <vt:lpstr>Aptos Narrow</vt:lpstr>
      <vt:lpstr>Arial</vt:lpstr>
      <vt:lpstr>Arial Unicode MS</vt:lpstr>
      <vt:lpstr>Tema de Office</vt:lpstr>
      <vt:lpstr>Todo lo que siempre quiso saber de Git</vt:lpstr>
      <vt:lpstr>Cambiando de Rama</vt:lpstr>
      <vt:lpstr>Cambiando de Rama &gt; Ejercicio</vt:lpstr>
      <vt:lpstr>Cambiando de Rama &gt; Ejercicio 2</vt:lpstr>
      <vt:lpstr>Nombres de Commits</vt:lpstr>
      <vt:lpstr>Nombres de Commits&gt;Enviando un cambio</vt:lpstr>
      <vt:lpstr>Nombres de Commits&gt;Enviando un cambio</vt:lpstr>
      <vt:lpstr>Nombres de Commits&gt;Enviando un cambio</vt:lpstr>
      <vt:lpstr>Nombres de Commits&gt;Nombres sugeridos</vt:lpstr>
      <vt:lpstr>Nombres de Commits&gt;Ejercicio</vt:lpstr>
      <vt:lpstr>Resolviendo Conflictos</vt:lpstr>
      <vt:lpstr>Resolviendo Conflictos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Nestor Arias</dc:creator>
  <cp:lastModifiedBy>Nestor Arias</cp:lastModifiedBy>
  <cp:revision>1</cp:revision>
  <dcterms:created xsi:type="dcterms:W3CDTF">2026-09-18T12:23:49Z</dcterms:created>
  <dcterms:modified xsi:type="dcterms:W3CDTF">2026-09-18T15:14:16Z</dcterms:modified>
</cp:coreProperties>
</file>